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CMSE 381 · Section 001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15544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Exam Score Prediction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200400" y="2788920"/>
            <a:ext cx="27432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9260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Student Exam Scores Using Machine Learning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 Menakanit · Brian Kim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24,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BACKGROUND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and Motivation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6,607 students, 19 predictors, 1 target (Exam Score)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 cover study habits, attendance, family background, and school environment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missing values filled by mode, categorical variables encoded, features standardized with StandardScaler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63440" y="12344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663440" y="1600200"/>
            <a:ext cx="4206240" cy="804672"/>
          </a:xfrm>
          <a:prstGeom prst="rect">
            <a:avLst/>
          </a:prstGeom>
          <a:solidFill>
            <a:srgbClr val="1A2B40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627632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Can we accurately predict student exam scores from 19 predictors, and which ones matter most?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2496312"/>
            <a:ext cx="4206240" cy="804672"/>
          </a:xfrm>
          <a:prstGeom prst="rect">
            <a:avLst/>
          </a:prstGeom>
          <a:solidFill>
            <a:srgbClr val="1A2B40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2523744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Can we classify students into Low, Medium, and High performance groups based on these predictors?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3392424"/>
            <a:ext cx="4206240" cy="804672"/>
          </a:xfrm>
          <a:prstGeom prst="rect">
            <a:avLst/>
          </a:prstGeom>
          <a:solidFill>
            <a:srgbClr val="1A2B40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3419856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Do Lasso and Ridge regression outperform OLS and effectively produce automatic feature selection?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4288536"/>
            <a:ext cx="4206240" cy="804672"/>
          </a:xfrm>
          <a:prstGeom prst="rect">
            <a:avLst/>
          </a:prstGeom>
          <a:solidFill>
            <a:srgbClr val="1A2B40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4315968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Can we compress the predictor space into fewer principal components without losing predictive power, and what do those components represent?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69080" cy="1508760"/>
          </a:xfrm>
          <a:prstGeom prst="roundRect">
            <a:avLst>
              <a:gd name="adj" fmla="val 6061"/>
            </a:avLst>
          </a:prstGeom>
          <a:solidFill>
            <a:srgbClr val="1A2B40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7218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19656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(baseline) vs Random Forest + GridSearchCV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10-fold Stratified CV · 80/20 train-test split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325880"/>
            <a:ext cx="4069080" cy="1508760"/>
          </a:xfrm>
          <a:prstGeom prst="roundRect">
            <a:avLst>
              <a:gd name="adj" fmla="val 6061"/>
            </a:avLst>
          </a:prstGeom>
          <a:solidFill>
            <a:srgbClr val="1A2B40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47218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Regression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819656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 on all 19 predictors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10-fold CV for R² and RMSE · Coefficient interpretation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4069080" cy="1508760"/>
          </a:xfrm>
          <a:prstGeom prst="roundRect">
            <a:avLst>
              <a:gd name="adj" fmla="val 6061"/>
            </a:avLst>
          </a:prstGeom>
          <a:solidFill>
            <a:srgbClr val="1A2B40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7238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&amp; Lasso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419856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CV-selected alpha via RidgeCV / LassoCV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provides automatic feature selection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2926080"/>
            <a:ext cx="4069080" cy="1508760"/>
          </a:xfrm>
          <a:prstGeom prst="roundRect">
            <a:avLst>
              <a:gd name="adj" fmla="val 6061"/>
            </a:avLst>
          </a:prstGeom>
          <a:solidFill>
            <a:srgbClr val="1A2B40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307238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+ PCR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3419856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 plot + cumulative variance analysis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over 1–19 components · PC1 loading interpretation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CLASSIFICATION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Random Forest by ~14 percentage points in test accuracy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4114800" cy="1097280"/>
        </p:xfrm>
        <a:graphic>
          <a:graphicData uri="http://schemas.openxmlformats.org/drawingml/2006/table">
            <a:tbl>
              <a:tblPr/>
              <a:tblGrid>
                <a:gridCol w="1737360"/>
                <a:gridCol w="822960"/>
                <a:gridCol w="822960"/>
                <a:gridCol w="7315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Acc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8B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8B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8B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8B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487168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accuracy ≈ test accuracy (96.7%) → generalizes well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group recall = 98% → strong at identifying at-risk students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outperforms the more complex Random Forest</a:t>
            </a:r>
            <a:endParaRPr lang="en-US" sz="12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371600"/>
            <a:ext cx="420624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REGRESSION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Comparison: OLS, Ridge, Lasso, PCR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4160520" cy="146304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234440"/>
            <a:ext cx="4160520" cy="14630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2761488"/>
            <a:ext cx="8321040" cy="365760"/>
          </a:xfrm>
          <a:prstGeom prst="rect">
            <a:avLst/>
          </a:prstGeom>
          <a:solidFill>
            <a:srgbClr val="1A2B40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" y="2779776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models: CV R2 ~ 0.732, RMSE ~ 2.00  |  Attendance +2.3 pts/SD  Hours Studied +1.7 pts/SD  |  Lasso zeroed only Sleep_Hours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0"/>
            <a:ext cx="8321040" cy="18105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PCA + PCR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from PCA and PCR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4206240" cy="16459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34440"/>
            <a:ext cx="4114800" cy="164592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71800"/>
            <a:ext cx="5943600" cy="196596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492240" y="2971800"/>
            <a:ext cx="23774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PC dominates — all components contribute roughly equally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selected all 19 PCs → no compression benefit for prediction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= student engagement axis: Attendance, Study Hours, Motivation, Tutoring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PC1 score → more engaged student → higher exam score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96.6% classification accuracy — Logistic Regression outperformed Random Forest by ~14%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0299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R² = 0.732, RMSE ≈ 2 pts across all regression models — regularization gave no gain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688336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Attendance &amp; Hours Studied are the strongest predictors across all methods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346704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PCA: 19 predictors are not redundant; PC1 captures the student engagement dimension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4160520"/>
            <a:ext cx="8229600" cy="274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3159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SVMs, interaction terms, gradient boosting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Exam Score Prediction</dc:title>
  <dc:subject>PptxGenJS Presentation</dc:subject>
  <dc:creator>PptxGenJS</dc:creator>
  <cp:lastModifiedBy>PptxGenJS</cp:lastModifiedBy>
  <cp:revision>1</cp:revision>
  <dcterms:created xsi:type="dcterms:W3CDTF">2026-04-23T23:58:45Z</dcterms:created>
  <dcterms:modified xsi:type="dcterms:W3CDTF">2026-04-23T23:58:45Z</dcterms:modified>
</cp:coreProperties>
</file>